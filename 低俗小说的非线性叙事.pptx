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《低俗小说》的非线性叙事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E"/>
                </a:solidFill>
              </a:defRPr>
            </a:pPr>
            <a:r>
              <a:t>——解构打破常规的电影叙事时空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什么是非线性叙事？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非线性叙事是打破传统的线性时间顺序的叙述方式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故事情节不按照时间先后顺序展开，而是交错、跳跃、倒叙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观众需要在观看过程中进行重新组织和理解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这种手法增加了叙事的复杂性和观看的兴趣性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《低俗小说》概览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导演：昆汀·塔伦蒂诺（Quentin Tarantino）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上映时间：1994年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主要演员：约翰·特拉沃尔塔、萨缪尔·杰克逊、乌玛·瑟曼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核心特色：非线性叙事、黑色幽默、暴力美学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影响力：奠定了后现代电影叙事的新风格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2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</a:defRPr>
            </a:pPr>
            <a:r>
              <a:t>第一部分</a:t>
            </a:r>
          </a:p>
          <a:p>
            <a:r>
              <a:t>非线性叙事的结构特征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交错式多线叙事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影片由5条相对独立但互相交织的故事线组成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每条故事线有不同的主角和背景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多条线索在时空中错位交叉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观众需要在脑海中构建完整的故事框架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例：教父、妻子、拳击手三条线索相互关联但不线性展开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时间的非连贯性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故事不按时间顺序讲述，而是以随机的方式呈现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同一事件从多个角度、多个时间点被叙述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观众需要通过线索推断故事的真实时间顺序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创造了反复观看的价值和多义性解读空间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循环式结构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故事回到开始的场景但有新的含义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最后一段与开头重合，形成结构闭环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强调命运的轮回和巧合的力量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让观众意识到之前忽视的细节有了新的解读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2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</a:defRPr>
            </a:pPr>
            <a:r>
              <a:t>第二部分</a:t>
            </a:r>
          </a:p>
          <a:p>
            <a:r>
              <a:t>《低俗小说》的具体应用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故事的四条主线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① 出租车司机晚上的故事 → 与传送带杀手Royale一起的夜晚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② 教父Marsellus Wallace之妻Mia与Vincent的约会 → 致命性侵险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③ 拳击手Butch逃离城市 → 意外寻获传家宝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④ Royale Wallace和Vincent在出租车中的对话 → 故事的开端和结尾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时间碎片化的例子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影片开场是餐厅强盗，出现两个不知名的角色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中间出现两个黑帮分子讨论圣经段落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结尾发现这两个角色就是电影开头的强盗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观众在回顾时才意识到时间线的真实关系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这种设计增强了观影的惊喜感和二次观看的深度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人物交叉出现的艺术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Mia和Vincent约会，但在之前的场景中已有暗示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Butch和Royale Wallace的冲突在不同段落中以不同方式呈现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观众需要记住每个角色的多个身份和关系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非线性叙事让观众成为破案者，主动参与故事梳理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增加了叙事的游戏性和互动感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2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</a:defRPr>
            </a:pPr>
            <a:r>
              <a:t>第三部分</a:t>
            </a:r>
          </a:p>
          <a:p>
            <a:r>
              <a:t>非线性叙事的叙述方法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方法一：蒙太奇拼接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通过剪辑将不同时空的镜头组合在一起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利用音乐、对话、视觉元素进行过渡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快速切换场景，制造紧张感和节奏感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观众在视觉混蒙中逐渐理解故事逻辑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这种方法充分利用了电影的视觉语言特性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方法二：对话与旁白叙述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人物之间的对话暗示了故事背景和时间顺序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Vincent和Julius讨论各种话题时无意透露关键信息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旁白或字幕为观众提供时间和空间的线索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对话的重复和变奏让观众逐步理解故事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言语中的矛盾和补充成为情节发展的驱动力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方法三：视觉符号与重复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特定物品（如公文包、表）在不同场景中反复出现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相同的场景从不同角度、不同时间重现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色彩、光线、布景提供视觉上的时空线索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观众通过识别这些符号来理解叙事关系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视觉的一致性与变化形成强大的叙述力量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方法四：悬念与反转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留下未解谜团，让观众主动思考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突然的情节反转打破观众的线性预期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看似无关的事件后被发现存在因果关系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观众的主动参与转化为对故事的深入理解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这种悬念设置补偿了线性讲述的缺失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2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5"/>
                </a:solidFill>
              </a:defRPr>
            </a:pPr>
            <a:r>
              <a:t>第四部分</a:t>
            </a:r>
          </a:p>
          <a:p>
            <a:r>
              <a:t>非线性叙事的效果与意义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审美与观看的变革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打破观众对电影叙事的传统认知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增加观影的复杂性和智力挑战性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创造多义性解读，每次观看都有新发现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观众的主动参与成为审美的重要组成部分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强化了电影作为艺术媒介的表现力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深层的哲学思考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时间的相对性：不同的观点决定不同的时间序列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命运与巧合：随机的情节安排反思人生的不可预测性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真实性的多元化：每个角色视角都是一种真实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道德与救赎：故事的混乱反映人生道德的复杂性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挑战现代社会的理性秩序与线性价值体系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142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总结与启示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非线性叙事是现代电影的重要创新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《低俗小说》通过交错多线、时间碎片化等方式重构叙事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方法包括蒙太奇、对话、视觉符号、悬念等多重手段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这种叙事方式深化了观众的审美体验和思想深度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32"/>
                </a:solidFill>
              </a:defRPr>
            </a:pPr>
            <a:r>
              <a:t>• 对当代文学、戏剧、游戏等艺术形式产生持续影响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